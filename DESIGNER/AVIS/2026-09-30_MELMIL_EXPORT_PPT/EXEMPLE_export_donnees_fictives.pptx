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D'ESSAI – SYNTHÈSE DES STORYLINES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10789920" cy="914400"/>
        </p:xfrm>
        <a:graphic>
          <a:graphicData uri="http://schemas.openxmlformats.org/drawingml/2006/table">
            <a:tbl>
              <a:tblPr/>
              <a:tblGrid>
                <a:gridCol w="7223760"/>
                <a:gridCol w="21945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06.01 : Signaux faibles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NOUVEAU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06.02 : Guerre des pertes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NOUVEAU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08.01 : Deplaces civils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NOUVEAU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08.02 : Prisonniers de guerre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NOUVEAU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371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MELMIL — EXERCICE D'ESSAI — 30/09/2026 14:21   ·   ▌ en rouge : nouveau ou modifié depuis le 30/09/2026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411480"/>
          <a:ext cx="11094415" cy="914400"/>
        </p:xfrm>
        <a:graphic>
          <a:graphicData uri="http://schemas.openxmlformats.org/drawingml/2006/table">
            <a:tbl>
              <a:tblPr/>
              <a:tblGrid>
                <a:gridCol w="739628"/>
                <a:gridCol w="739628"/>
                <a:gridCol w="739628"/>
                <a:gridCol w="739628"/>
                <a:gridCol w="739628"/>
                <a:gridCol w="739628"/>
                <a:gridCol w="739628"/>
                <a:gridCol w="739628"/>
                <a:gridCol w="739628"/>
                <a:gridCol w="739628"/>
                <a:gridCol w="739628"/>
                <a:gridCol w="739628"/>
                <a:gridCol w="739628"/>
                <a:gridCol w="739628"/>
                <a:gridCol w="739628"/>
              </a:tblGrid>
              <a:tr h="246888">
                <a:tc gridSpan="15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06/10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 07/10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08/10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 09/10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10/10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11/10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12/10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13/10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 14/10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15/10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 16/10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17/10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18/10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19/10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91440" y="1152144"/>
            <a:ext cx="868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" y="1152144"/>
            <a:ext cx="868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ILI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960120" y="1152144"/>
            <a:ext cx="1109441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99748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39375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79003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18631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8258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97886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37514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77141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16769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56397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096024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35652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75280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314908" y="115214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25318" y="1188720"/>
            <a:ext cx="2164019" cy="429768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25318" y="1188720"/>
            <a:ext cx="2164019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06.01 : Signaux faibles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164946" y="1691640"/>
            <a:ext cx="4382902" cy="429768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64946" y="1691640"/>
            <a:ext cx="4382902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06.02 : Guerre des pertes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1440" y="2157984"/>
            <a:ext cx="868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" y="2157984"/>
            <a:ext cx="868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HOST NATION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60120" y="2157984"/>
            <a:ext cx="1109441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99748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439375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179003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918631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58258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97886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37514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77141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616769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56397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096024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835652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575280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314908" y="2157984"/>
            <a:ext cx="0" cy="10058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25318" y="2194560"/>
            <a:ext cx="3643274" cy="429768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25318" y="2194560"/>
            <a:ext cx="3643274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08.01 : Deplaces civils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1342340" y="2194560"/>
            <a:ext cx="684764" cy="429768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1342340" y="2194560"/>
            <a:ext cx="684764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08.01 : Deplaces civils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7644201" y="2697480"/>
            <a:ext cx="684764" cy="429768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644201" y="2697480"/>
            <a:ext cx="684764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08.02 : Prisonniers de guerre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10602712" y="2697480"/>
            <a:ext cx="684764" cy="429768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602712" y="2697480"/>
            <a:ext cx="684764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08.02 : Prisonniers de guerre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1371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MELMIL — EXERCICE D'ESSAI — 30/09/2026 14:21   ·   ▌ en rouge : nouveau ou modifié depuis le 30/09/2026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D'ESSAI – CHANGEMENTS DEPUIS LE 30/09/2026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10789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5852160"/>
                <a:gridCol w="137160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LIBELLÉ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Signaux faibles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09:55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Guerre des pertes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Deplaces civils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Prisonniers de guerre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06.01.I01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Fausse video d'un general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09:55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06.01.I02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 de reddition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09:55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06.02.I01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 des pertes exagere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06.02.I02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Fausse liste de morts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06.02.I03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Temoignage de veuve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08.01.I01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 de refugies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08.01.I02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 sature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08.01.I03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Rumeur d'epidemie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08.01.I04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Retour des familles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08.02.I01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Convoi de prisonniers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08.02.I02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Echange de prisonniers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 13:53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371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MELMIL — EXERCICE D'ESSAI — 30/09/2026 14:21   ·   ▌ en rouge : nouveau ou modifié depuis le 30/09/2026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D'ESSAI – EVENT ILI / STORY LINE NMR 06-01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STORYLINE : </a:t>
            </a:r>
            <a:pPr algn="ctr" indent="0" marL="0">
              <a:buNone/>
            </a:pPr>
            <a:r>
              <a:rPr lang="en-US" sz="15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FAIBLES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74375" y="128016"/>
            <a:ext cx="1234440" cy="256032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005840"/>
          <a:ext cx="11917375" cy="914400"/>
        </p:xfrm>
        <a:graphic>
          <a:graphicData uri="http://schemas.openxmlformats.org/drawingml/2006/table">
            <a:tbl>
              <a:tblPr/>
              <a:tblGrid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</a:tblGrid>
              <a:tr h="246888">
                <a:tc gridSpan="15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06/10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 07/10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08/10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 09/10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10/10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11/10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12/10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13/10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 14/10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15/10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 16/10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17/10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18/10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19/10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" y="1874520"/>
            <a:ext cx="23317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" y="1874520"/>
            <a:ext cx="23317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 LA STORY 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1440" y="3154680"/>
            <a:ext cx="23317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" y="3154680"/>
            <a:ext cx="233172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ATTENDUS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1440" y="4892040"/>
            <a:ext cx="2331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" y="4892040"/>
            <a:ext cx="2331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D'ENTRAINEMENT PRINCIPAL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1440" y="5669280"/>
            <a:ext cx="23317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" y="5669280"/>
            <a:ext cx="23317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D'ENTRAINEMENT SECONDAIRES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1874520"/>
          <a:ext cx="9448495" cy="914400"/>
        </p:xfrm>
        <a:graphic>
          <a:graphicData uri="http://schemas.openxmlformats.org/drawingml/2006/table">
            <a:tbl>
              <a:tblPr/>
              <a:tblGrid>
                <a:gridCol w="3401458"/>
                <a:gridCol w="3401458"/>
                <a:gridCol w="2645579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D+33 → D+40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2240280"/>
          <a:ext cx="9448495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280160"/>
                <a:gridCol w="1188720"/>
                <a:gridCol w="1417320"/>
                <a:gridCol w="460217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QUI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06.01.I01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D+33 · LUN 12/10 · 14:00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@RedNews_Essai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Fausse video d'un general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➢ Semer le doute sur le commandement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06.01.I02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D+35 · MER 14/10 · 09:00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 de reddition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6144768"/>
          <a:ext cx="192024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COORDINATED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6144768"/>
          <a:ext cx="4023360" cy="914400"/>
        </p:xfrm>
        <a:graphic>
          <a:graphicData uri="http://schemas.openxmlformats.org/drawingml/2006/table">
            <a:tbl>
              <a:tblPr/>
              <a:tblGrid>
                <a:gridCol w="670560"/>
                <a:gridCol w="670560"/>
                <a:gridCol w="670560"/>
                <a:gridCol w="670560"/>
                <a:gridCol w="670560"/>
                <a:gridCol w="670560"/>
              </a:tblGrid>
              <a:tr h="192024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EXCON COORDINATION REQUIRED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OPFOR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1"/>
          <p:cNvSpPr/>
          <p:nvPr/>
        </p:nvSpPr>
        <p:spPr>
          <a:xfrm>
            <a:off x="1371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MELMIL — EXERCICE D'ESSAI — 30/09/2026 14:21   ·   ▌ en rouge : nouveau ou modifié depuis le 30/09/2026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D'ESSAI – EVENT ILI / STORY LINE NMR 06-02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STORYLINE : </a:t>
            </a:r>
            <a:pPr algn="ctr" indent="0" marL="0">
              <a:buNone/>
            </a:pPr>
            <a:r>
              <a:rPr lang="en-US" sz="15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GUERRE DES PERTES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74375" y="128016"/>
            <a:ext cx="1234440" cy="256032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005840"/>
          <a:ext cx="11917375" cy="914400"/>
        </p:xfrm>
        <a:graphic>
          <a:graphicData uri="http://schemas.openxmlformats.org/drawingml/2006/table">
            <a:tbl>
              <a:tblPr/>
              <a:tblGrid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</a:tblGrid>
              <a:tr h="246888">
                <a:tc gridSpan="15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06/10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 07/10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08/10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 09/10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10/10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11/10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12/10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13/10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 14/10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15/10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 16/10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17/10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18/10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19/10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" y="1874520"/>
            <a:ext cx="23317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" y="1874520"/>
            <a:ext cx="23317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 LA STORY 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1440" y="3154680"/>
            <a:ext cx="23317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" y="3154680"/>
            <a:ext cx="233172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ATTENDUS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1440" y="4892040"/>
            <a:ext cx="2331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" y="4892040"/>
            <a:ext cx="2331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D'ENTRAINEMENT PRINCIPAL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1440" y="5669280"/>
            <a:ext cx="23317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" y="5669280"/>
            <a:ext cx="23317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D'ENTRAINEMENT SECONDAIRES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1874520"/>
          <a:ext cx="9448495" cy="914400"/>
        </p:xfrm>
        <a:graphic>
          <a:graphicData uri="http://schemas.openxmlformats.org/drawingml/2006/table">
            <a:tbl>
              <a:tblPr/>
              <a:tblGrid>
                <a:gridCol w="3401458"/>
                <a:gridCol w="3401458"/>
                <a:gridCol w="2645579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D+34 → D+39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2240280"/>
          <a:ext cx="9448495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280160"/>
                <a:gridCol w="1188720"/>
                <a:gridCol w="1417320"/>
                <a:gridCol w="460217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QUI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06.02.I01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D+34 · MAR 13/10 · 10:00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 des pertes exagere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06.02.I02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D+36 · JEU 15/10 · 10:00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Fausse liste de morts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06.02.I03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D+39 · DIM 18/10 · 10:00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Temoignage de veuve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6144768"/>
          <a:ext cx="192024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COORDINATED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6144768"/>
          <a:ext cx="4023360" cy="914400"/>
        </p:xfrm>
        <a:graphic>
          <a:graphicData uri="http://schemas.openxmlformats.org/drawingml/2006/table">
            <a:tbl>
              <a:tblPr/>
              <a:tblGrid>
                <a:gridCol w="670560"/>
                <a:gridCol w="670560"/>
                <a:gridCol w="670560"/>
                <a:gridCol w="670560"/>
                <a:gridCol w="670560"/>
                <a:gridCol w="670560"/>
              </a:tblGrid>
              <a:tr h="192024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EXCON COORDINATION REQUIRED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OPFOR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1"/>
          <p:cNvSpPr/>
          <p:nvPr/>
        </p:nvSpPr>
        <p:spPr>
          <a:xfrm>
            <a:off x="1371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MELMIL — EXERCICE D'ESSAI — 30/09/2026 14:21   ·   ▌ en rouge : nouveau ou modifié depuis le 30/09/2026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D'ESSAI – EVENT HOST NATION / STORY LINE NMR 08-01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STORYLINE : </a:t>
            </a:r>
            <a:pPr algn="ctr" indent="0" marL="0">
              <a:buNone/>
            </a:pPr>
            <a:r>
              <a:rPr lang="en-US" sz="15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DEPLACES CIVILS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74375" y="128016"/>
            <a:ext cx="1234440" cy="256032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005840"/>
          <a:ext cx="11917375" cy="914400"/>
        </p:xfrm>
        <a:graphic>
          <a:graphicData uri="http://schemas.openxmlformats.org/drawingml/2006/table">
            <a:tbl>
              <a:tblPr/>
              <a:tblGrid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</a:tblGrid>
              <a:tr h="246888">
                <a:tc gridSpan="15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06/10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 07/10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08/10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 09/10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10/10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11/10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12/10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13/10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 14/10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15/10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 16/10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17/10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18/10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19/10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" y="1874520"/>
            <a:ext cx="23317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" y="1874520"/>
            <a:ext cx="23317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 LA STORY 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1440" y="3154680"/>
            <a:ext cx="23317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" y="3154680"/>
            <a:ext cx="233172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ATTENDUS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1440" y="4892040"/>
            <a:ext cx="2331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" y="4892040"/>
            <a:ext cx="2331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D'ENTRAINEMENT PRINCIPAL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1440" y="5669280"/>
            <a:ext cx="23317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" y="5669280"/>
            <a:ext cx="23317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D'ENTRAINEMENT SECONDAIRES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1874520"/>
          <a:ext cx="9448495" cy="914400"/>
        </p:xfrm>
        <a:graphic>
          <a:graphicData uri="http://schemas.openxmlformats.org/drawingml/2006/table">
            <a:tbl>
              <a:tblPr/>
              <a:tblGrid>
                <a:gridCol w="3401458"/>
                <a:gridCol w="3401458"/>
                <a:gridCol w="2645579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D+33 → D+41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2240280"/>
          <a:ext cx="9448495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280160"/>
                <a:gridCol w="1188720"/>
                <a:gridCol w="1417320"/>
                <a:gridCol w="460217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QUI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08.01.I01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D+33 · LUN 12/10 · 10:00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 de refugies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08.01.I02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D+35 · MER 14/10 · 10:00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 sature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08.01.I03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D+37 · VEN 16/10 · 10:00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Rumeur d'epidemie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08.01.I04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D+41 · MAR 20/10 · 10:00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Retour des familles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6144768"/>
          <a:ext cx="192024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COORDINATED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6144768"/>
          <a:ext cx="4023360" cy="914400"/>
        </p:xfrm>
        <a:graphic>
          <a:graphicData uri="http://schemas.openxmlformats.org/drawingml/2006/table">
            <a:tbl>
              <a:tblPr/>
              <a:tblGrid>
                <a:gridCol w="670560"/>
                <a:gridCol w="670560"/>
                <a:gridCol w="670560"/>
                <a:gridCol w="670560"/>
                <a:gridCol w="670560"/>
                <a:gridCol w="670560"/>
              </a:tblGrid>
              <a:tr h="192024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EXCON COORDINATION REQUIRED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OPFOR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1"/>
          <p:cNvSpPr/>
          <p:nvPr/>
        </p:nvSpPr>
        <p:spPr>
          <a:xfrm>
            <a:off x="1371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MELMIL — EXERCICE D'ESSAI — 30/09/2026 14:21   ·   ▌ en rouge : nouveau ou modifié depuis le 30/09/2026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1917375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D'ESSAI – EVENT HOST NATION / STORY LINE NMR 08-02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STORYLINE : </a:t>
            </a:r>
            <a:pPr algn="ctr" indent="0" marL="0">
              <a:buNone/>
            </a:pPr>
            <a:r>
              <a:rPr lang="en-US" sz="15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PRISONNIERS DE GUERRE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74375" y="128016"/>
            <a:ext cx="1234440" cy="256032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005840"/>
          <a:ext cx="11917375" cy="914400"/>
        </p:xfrm>
        <a:graphic>
          <a:graphicData uri="http://schemas.openxmlformats.org/drawingml/2006/table">
            <a:tbl>
              <a:tblPr/>
              <a:tblGrid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  <a:gridCol w="794492"/>
              </a:tblGrid>
              <a:tr h="246888">
                <a:tc gridSpan="15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D+40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06/10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 07/10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08/10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 09/10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10/10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11/10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12/10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13/10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 14/10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15/10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 16/10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17/10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18/10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19/10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20/10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" y="1874520"/>
            <a:ext cx="23317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" y="1874520"/>
            <a:ext cx="23317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 LA STORY 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1440" y="3154680"/>
            <a:ext cx="23317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" y="3154680"/>
            <a:ext cx="233172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ATTENDUS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1440" y="4892040"/>
            <a:ext cx="2331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" y="4892040"/>
            <a:ext cx="2331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D'ENTRAINEMENT PRINCIPAL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1440" y="5669280"/>
            <a:ext cx="23317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" y="5669280"/>
            <a:ext cx="23317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D'ENTRAINEMENT SECONDAIRES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1874520"/>
          <a:ext cx="9448495" cy="914400"/>
        </p:xfrm>
        <a:graphic>
          <a:graphicData uri="http://schemas.openxmlformats.org/drawingml/2006/table">
            <a:tbl>
              <a:tblPr/>
              <a:tblGrid>
                <a:gridCol w="3401458"/>
                <a:gridCol w="3401458"/>
                <a:gridCol w="2645579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D+36 → D+40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2240280"/>
          <a:ext cx="9448495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280160"/>
                <a:gridCol w="1188720"/>
                <a:gridCol w="1417320"/>
                <a:gridCol w="460217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QUI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08.02.I01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D+36 · JEU 15/10 · 10:00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Convoi de prisonniers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08.02.I02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D+40 · LUN 19/10 · 10:00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Echange de prisonniers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6144768"/>
          <a:ext cx="192024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COORDINATED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6144768"/>
          <a:ext cx="4023360" cy="914400"/>
        </p:xfrm>
        <a:graphic>
          <a:graphicData uri="http://schemas.openxmlformats.org/drawingml/2006/table">
            <a:tbl>
              <a:tblPr/>
              <a:tblGrid>
                <a:gridCol w="670560"/>
                <a:gridCol w="670560"/>
                <a:gridCol w="670560"/>
                <a:gridCol w="670560"/>
                <a:gridCol w="670560"/>
                <a:gridCol w="670560"/>
              </a:tblGrid>
              <a:tr h="192024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EXCON COORDINATION REQUIRED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OPFOR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1"/>
          <p:cNvSpPr/>
          <p:nvPr/>
        </p:nvSpPr>
        <p:spPr>
          <a:xfrm>
            <a:off x="1371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MELMIL — EXERCICE D'ESSAI — 30/09/2026 14:21   ·   ▌ en rouge : nouveau ou modifié depuis le 30/09/2026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MELMIL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EXERCICE D'ESSAI — storylines et incidents</dc:title>
  <dc:subject>PptxGenJS Presentation</dc:subject>
  <dc:creator>PptxGenJS</dc:creator>
  <cp:lastModifiedBy>PptxGenJS</cp:lastModifiedBy>
  <cp:revision>1</cp:revision>
  <dcterms:created xsi:type="dcterms:W3CDTF">2026-09-30T12:21:18Z</dcterms:created>
  <dcterms:modified xsi:type="dcterms:W3CDTF">2026-09-30T12:21:18Z</dcterms:modified>
</cp:coreProperties>
</file>